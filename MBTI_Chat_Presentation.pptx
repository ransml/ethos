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MBTI Persona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An AI-powered chat simulator using personality archetypes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60520"/>
            <a:ext cx="2286000" cy="73152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AAAA"/>
                </a:solidFill>
              </a:rPr>
              <a:t>Built with Python · OpenAI GPT-4o ·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94960" cy="1920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9728" cy="19202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🎭  Persona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Pick any of the 16 MBTI personality types and have a live AI-powered conversation that stays in character throughout.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394960" cy="1920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09728" cy="19202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647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💬  Two Chat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Chat as yourself against an AI persona, or watch two AI personas converse with each other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394960" cy="1920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09728" cy="19202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9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💾  Full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Every conversation is saved as a timestamped text file in a dedicated chats/ folder.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794760"/>
            <a:ext cx="5394960" cy="19202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794760"/>
            <a:ext cx="109728" cy="19202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59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🌐  Browser GUI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 clean dark-mode web interface served locally — no installs beyond Python packages.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7863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78638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OpenAI GPT-4o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08760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Powers all persona responses with the chat completions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0008"/>
            <a:ext cx="11064240" cy="7863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50008"/>
            <a:ext cx="109728" cy="786384"/>
          </a:xfrm>
          <a:prstGeom prst="rect">
            <a:avLst/>
          </a:prstGeom>
          <a:solidFill>
            <a:srgbClr val="7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Python 3.13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41448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Core language for both CLI and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82696"/>
            <a:ext cx="11064240" cy="7863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82696"/>
            <a:ext cx="109728" cy="786384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74136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Lightweight web server serving the GUI and REST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15384"/>
            <a:ext cx="11064240" cy="7863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15384"/>
            <a:ext cx="109728" cy="786384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88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python-dotenv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306824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Loads OPENAI_API_KEY from a local .env 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48072"/>
            <a:ext cx="11064240" cy="786384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148072"/>
            <a:ext cx="109728" cy="786384"/>
          </a:xfrm>
          <a:prstGeom prst="rect">
            <a:avLst/>
          </a:prstGeom>
          <a:solidFill>
            <a:srgbClr val="C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212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Vanilla JS +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239512"/>
            <a:ext cx="7680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Frontend — no frameworks, dark-mode chat UI in pure HTML/JS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16 MBTI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INTJ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Architect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1568" y="1463040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463040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INTP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993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Thinker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463040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463040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ENTJ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993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Commander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463040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463040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5727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ENTP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9933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Debater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34056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734056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4378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INFJ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Advocate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1568" y="2734056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1568" y="2734056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284378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INFP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Mediator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2734056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2734056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284378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ENFJ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Protagonist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07424" y="2734056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7424" y="2734056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284378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ENFP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326440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Campaigner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05072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005072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ISTJ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5354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Logistician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01568" y="4005072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01568" y="4005072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38728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ISFJ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8728" y="45354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Defender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4005072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54496" y="4005072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ESTJ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6" y="45354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Executive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07424" y="4005072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7424" y="4005072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44584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ESFJ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44584" y="45354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Consul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276088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276088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3858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ISTP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Virtuoso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01568" y="5276088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1568" y="5276088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38728" y="53858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ISFP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38728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Adventurer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54496" y="5276088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5276088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91656" y="53858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ESTP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Entrepreneur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07424" y="5276088"/>
            <a:ext cx="2651760" cy="1143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07424" y="5276088"/>
            <a:ext cx="2651760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44584" y="538581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7BD5"/>
                </a:solidFill>
              </a:rPr>
              <a:t>ESFP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4584" y="5806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Entertainer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Two Chat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914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Human vs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• You pick a persona for yourself (or play as Human)
• The AI plays the opposite persona
• A random scenario is set at the start
• The AI opens the conversation in character
• You type freely — the AI stays in character
• Full transcript saved to chats/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463040"/>
            <a:ext cx="5303520" cy="47548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792" y="1463040"/>
            <a:ext cx="5303520" cy="91440"/>
          </a:xfrm>
          <a:prstGeom prst="rect">
            <a:avLst/>
          </a:prstGeom>
          <a:solidFill>
            <a:srgbClr val="7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vs AI (Auto)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• Pick two AI personas
• Both personas get unique system prompts
• They alternate turns automatically
• 2.2 second delay between turns so you can read
• Stop button pauses the conversation anytime
• New Chat resets without closing the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40080" cy="10515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417320"/>
            <a:ext cx="10287000" cy="10515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Pick Personas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92808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User selects two personas from the 16 MBTI types (or Human). Each AI persona gets a tailored system prompt that defines tone, speech style, and emotional register.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1"/>
            <a:ext cx="640080" cy="10515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679191"/>
            <a:ext cx="10287000" cy="10515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770631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Random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7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 scenario seed is randomly chosen (e.g. 'two strangers stuck at a flight delay'). Both AI prompts include this context to ground the conversation.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41063"/>
            <a:ext cx="640080" cy="10515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3941063"/>
            <a:ext cx="10287000" cy="10515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032503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Opening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16551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The first AI persona calls GPT-4o to generate an opening message already mid-situation. This is injected as the first message in the chat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2936"/>
            <a:ext cx="640080" cy="105156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8581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5202936"/>
            <a:ext cx="10287000" cy="105156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529437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Conversation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678424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Each turn appends to a shared history. For the active speaker, their own messages are 'assistant' and the other's are 'user'. This keeps both sides in character.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54864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GUI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Top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Two persona dropdowns, a Start button, New Chat and Stop controls. Persona 1 sits on the left, Persona 2 on the right.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Scenario Banner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Green highlighted bar displaying the randomly chosen scenario — always visible so you know the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81528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81528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Chat Bubbles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301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Persona 1 messages appear on the left in blue, Persona 2 on the right in grey, and Human messages in green.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81528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081528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Typing Indicator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6301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A '…' bubble appears while GPT-4o is generating, so the conversation feels live.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45736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8289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Input 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9437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Shown only in Human mode. Press Enter or click Send. Disabled while waiting for AI reply.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45736"/>
            <a:ext cx="5394960" cy="146304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745736"/>
            <a:ext cx="109728" cy="14630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88289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Log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9437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</a:rPr>
              <a:t>File path shown in the top bar so you always know where the transcript is being saved.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CLI chat app  (main.py)     ·     Flask web GUI  (gui.py)     ·     16 MBTI personas + Human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AI vs AI auto-chat with delay     ·     Automatic chat logging to chats/     ·     OpenAI GPT-4o · local .env key 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800600"/>
            <a:ext cx="2286000" cy="73152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